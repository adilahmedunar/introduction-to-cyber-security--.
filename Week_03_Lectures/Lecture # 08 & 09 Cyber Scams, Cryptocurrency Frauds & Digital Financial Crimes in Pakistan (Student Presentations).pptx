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6"/>
  </p:notesMasterIdLst>
  <p:sldIdLst>
    <p:sldId id="256" r:id="rId2"/>
    <p:sldId id="261" r:id="rId3"/>
    <p:sldId id="348" r:id="rId4"/>
    <p:sldId id="266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842" autoAdjust="0"/>
  </p:normalViewPr>
  <p:slideViewPr>
    <p:cSldViewPr snapToGrid="0">
      <p:cViewPr varScale="1">
        <p:scale>
          <a:sx n="63" d="100"/>
          <a:sy n="63" d="100"/>
        </p:scale>
        <p:origin x="80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BE7D3E-4D6D-4A9E-AA24-8E11DFA8298B}" type="datetimeFigureOut">
              <a:rPr lang="en-PK" smtClean="0"/>
              <a:t>07/11/2025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A406AE-9E8D-4B19-A8A6-37C9AB1FA07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38086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406AE-9E8D-4B19-A8A6-37C9AB1FA076}" type="slidenum">
              <a:rPr lang="en-PK" smtClean="0"/>
              <a:t>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41284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11/7/2025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dawn.com/news/1351120" TargetMode="External"/><Relationship Id="rId3" Type="http://schemas.openxmlformats.org/officeDocument/2006/relationships/hyperlink" Target="https://www.dawn.com/news/1668151/fia-issues-notice-to-crypto-exchange-binance-in-multi-million-dollar-scam" TargetMode="External"/><Relationship Id="rId7" Type="http://schemas.openxmlformats.org/officeDocument/2006/relationships/hyperlink" Target="https://tribune.com.pk/story/2571974/gilgit-housewife-loses-rs500000-in-online-scam" TargetMode="External"/><Relationship Id="rId2" Type="http://schemas.openxmlformats.org/officeDocument/2006/relationships/hyperlink" Target="https://www.dawn.com/news/1950361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thefridaytimes.com/17-Sep-2025/the-rising-threat-of-digital-fraud-in-pakistan-s-online-apps-and-games" TargetMode="External"/><Relationship Id="rId5" Type="http://schemas.openxmlformats.org/officeDocument/2006/relationships/hyperlink" Target="https://sadapay.pk/blogs/types-of-online-banking-scams" TargetMode="External"/><Relationship Id="rId4" Type="http://schemas.openxmlformats.org/officeDocument/2006/relationships/hyperlink" Target="https://www.dawn.com/news/1764628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ECB6B-98B0-7DD3-973D-99D900F051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 Security</a:t>
            </a:r>
            <a:endParaRPr lang="en-PK" sz="8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B46766-25E3-5BCC-FCFC-68333EE8C7DA}"/>
              </a:ext>
            </a:extLst>
          </p:cNvPr>
          <p:cNvSpPr txBox="1">
            <a:spLocks/>
          </p:cNvSpPr>
          <p:nvPr/>
        </p:nvSpPr>
        <p:spPr>
          <a:xfrm>
            <a:off x="1571244" y="4586053"/>
            <a:ext cx="8053832" cy="1273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9600" kern="1200" cap="all" baseline="0">
                <a:blipFill dpi="0" rotWithShape="1">
                  <a:blip r:embed="rId3"/>
                  <a:srcRect/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# 08 &amp; 09</a:t>
            </a:r>
            <a:endParaRPr lang="en-PK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502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B506D-D8CE-6C1D-091D-252ED6579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51294-A245-19C5-6231-4502DD714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328" y="332232"/>
            <a:ext cx="8053832" cy="1273048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Overview</a:t>
            </a:r>
            <a:endParaRPr lang="en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32F36A-3A53-922C-C868-BF2D2A9357FE}"/>
              </a:ext>
            </a:extLst>
          </p:cNvPr>
          <p:cNvSpPr txBox="1"/>
          <p:nvPr/>
        </p:nvSpPr>
        <p:spPr>
          <a:xfrm>
            <a:off x="1425448" y="2611121"/>
            <a:ext cx="9750552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Studies – Presented by Students.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1" indent="-742950">
              <a:buFont typeface="+mj-lt"/>
              <a:buAutoNum type="arabicPeriod"/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1" indent="-742950">
              <a:buFont typeface="+mj-lt"/>
              <a:buAutoNum type="arabicPeriod"/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1" indent="-742950">
              <a:buFont typeface="+mj-lt"/>
              <a:buAutoNum type="arabicPeriod"/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1" indent="-742950">
              <a:buFont typeface="+mj-lt"/>
              <a:buAutoNum type="arabicPeriod"/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067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B6D4C0-B265-C504-1592-EE7060E35128}"/>
              </a:ext>
            </a:extLst>
          </p:cNvPr>
          <p:cNvSpPr txBox="1"/>
          <p:nvPr/>
        </p:nvSpPr>
        <p:spPr>
          <a:xfrm>
            <a:off x="2702560" y="33857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Case Studies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- Pakistan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9902A6-221B-DD92-9CC5-AD22C65EC898}"/>
              </a:ext>
            </a:extLst>
          </p:cNvPr>
          <p:cNvSpPr txBox="1"/>
          <p:nvPr/>
        </p:nvSpPr>
        <p:spPr>
          <a:xfrm>
            <a:off x="822960" y="1413063"/>
            <a:ext cx="98552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How Pakistan’s Crypto 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C</a:t>
            </a:r>
            <a:r>
              <a:rPr lang="en-US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raze has made it a Scammer’s 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P</a:t>
            </a:r>
            <a:r>
              <a:rPr lang="en-US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aradise.</a:t>
            </a:r>
            <a:endParaRPr lang="en-US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Crypto Exchange Binance in Multi-Million Dollar Scam.</a:t>
            </a:r>
            <a:endParaRPr lang="en-US" sz="3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Pakistan’s Web Of Cyber Scammers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Online Banking Scams in Pakistan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Digital Fraud In Pakistan’s Online Apps And Games.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Gilgit housewife loses Rs500,000 in Online Scam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Modaraba Scam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293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24840-87B7-5C2F-E6CB-CE9BD61D2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28" y="1588500"/>
            <a:ext cx="6194552" cy="2807208"/>
          </a:xfrm>
        </p:spPr>
        <p:txBody>
          <a:bodyPr>
            <a:normAutofit/>
          </a:bodyPr>
          <a:lstStyle/>
          <a:p>
            <a:r>
              <a:rPr lang="en-US" sz="8000" dirty="0"/>
              <a:t>Thank you!</a:t>
            </a:r>
            <a:endParaRPr lang="en-PK" sz="8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19812F-AABC-0688-A538-8A303FE5DAE1}"/>
              </a:ext>
            </a:extLst>
          </p:cNvPr>
          <p:cNvSpPr txBox="1"/>
          <p:nvPr/>
        </p:nvSpPr>
        <p:spPr>
          <a:xfrm>
            <a:off x="640080" y="3429000"/>
            <a:ext cx="10535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“Online security starts with smart decisions.”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1958689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{45F63935-1AF4-4F8C-991F-4D25D3E9C223}TF2ec419c9-97c3-4958-b02a-0886397d33afcfe10e4b-d68909c4b1b0</Template>
  <TotalTime>1862</TotalTime>
  <Words>80</Words>
  <Application>Microsoft Office PowerPoint</Application>
  <PresentationFormat>Widescreen</PresentationFormat>
  <Paragraphs>18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Rockwell</vt:lpstr>
      <vt:lpstr>Rockwell Condensed</vt:lpstr>
      <vt:lpstr>Times New Roman</vt:lpstr>
      <vt:lpstr>Wingdings</vt:lpstr>
      <vt:lpstr>Wood Type</vt:lpstr>
      <vt:lpstr>Cyber Security</vt:lpstr>
      <vt:lpstr>Lecture Overview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Adil Ahmed</cp:lastModifiedBy>
  <cp:revision>1004</cp:revision>
  <dcterms:created xsi:type="dcterms:W3CDTF">2025-10-15T06:15:30Z</dcterms:created>
  <dcterms:modified xsi:type="dcterms:W3CDTF">2025-11-07T05:13:02Z</dcterms:modified>
</cp:coreProperties>
</file>